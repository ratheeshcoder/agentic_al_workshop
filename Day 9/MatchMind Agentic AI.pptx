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4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5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3520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hyperlink" Target="https://www.figma.com/board/kEw08RyxBkuwulFkKQGURk/Untitled?node-id=5-2387&amp;t=7LuLydHn76YUP9cS-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8307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Match</a:t>
            </a:r>
            <a:r>
              <a:rPr lang="en-US" sz="4450" b="1" dirty="0" err="1">
                <a:solidFill>
                  <a:srgbClr val="2454BA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Mind</a:t>
            </a: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Agentic AI-Powered Career Compatibility System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16647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10" y="5174099"/>
            <a:ext cx="347663" cy="3476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0040" y="5149572"/>
            <a:ext cx="1967270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Ratheesh 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2950" y="840938"/>
            <a:ext cx="5306973" cy="663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566679" y="1822608"/>
            <a:ext cx="7519701" cy="4479039"/>
          </a:xfrm>
          <a:prstGeom prst="roundRect">
            <a:avLst>
              <a:gd name="adj" fmla="val 1867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800" dirty="0"/>
              <a:t>To build an Agentic AI-powered Candidate-Company Compatibility Navigator that matches students with companies based on skills, cultural alignment, aspirations, and growth fit, using intelligent profiling, adaptive matching, and autonomous re-ranking.</a:t>
            </a:r>
            <a:endParaRPr lang="en-HK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3768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Architecture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669971"/>
            <a:ext cx="2762369" cy="17072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581281"/>
            <a:ext cx="3069312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Frontend (Vite.js + React)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93790" y="4341376"/>
            <a:ext cx="3069312" cy="3267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8253" y="1669971"/>
            <a:ext cx="2762369" cy="17072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8253" y="358128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Backend (FastAPI)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4118253" y="4022527"/>
            <a:ext cx="3069312" cy="228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2716" y="1669971"/>
            <a:ext cx="2762369" cy="17072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42716" y="3581281"/>
            <a:ext cx="2661642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Database (MongoDB)</a:t>
            </a:r>
            <a:endParaRPr lang="en-US" sz="2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7179" y="1669971"/>
            <a:ext cx="2762488" cy="170723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67179" y="3581281"/>
            <a:ext cx="25517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Agent Layer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0767179" y="4022527"/>
            <a:ext cx="3069431" cy="2940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F32AFE-DBFA-E57A-DB3B-DB4006149052}"/>
              </a:ext>
            </a:extLst>
          </p:cNvPr>
          <p:cNvSpPr txBox="1"/>
          <p:nvPr/>
        </p:nvSpPr>
        <p:spPr>
          <a:xfrm>
            <a:off x="616944" y="4314670"/>
            <a:ext cx="2939215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Upload: Upload Resume, LinkedIn, Goals, Upload JD, Company Info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Dashboard: View Matches &amp; Feedback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EF9673-CC13-B1A7-3901-EAB41D107A9C}"/>
              </a:ext>
            </a:extLst>
          </p:cNvPr>
          <p:cNvSpPr txBox="1"/>
          <p:nvPr/>
        </p:nvSpPr>
        <p:spPr>
          <a:xfrm>
            <a:off x="4039948" y="4358883"/>
            <a:ext cx="3069312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REST APIs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Agent Orchestration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65CAF3-551E-54FE-0974-7533BBBAD461}"/>
              </a:ext>
            </a:extLst>
          </p:cNvPr>
          <p:cNvSpPr txBox="1"/>
          <p:nvPr/>
        </p:nvSpPr>
        <p:spPr>
          <a:xfrm>
            <a:off x="7449046" y="4364618"/>
            <a:ext cx="2756039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 Profiles,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ploaded Data,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 Generated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9EE38D-F5A4-FACB-2912-C4B7742A8D06}"/>
              </a:ext>
            </a:extLst>
          </p:cNvPr>
          <p:cNvSpPr txBox="1"/>
          <p:nvPr/>
        </p:nvSpPr>
        <p:spPr>
          <a:xfrm>
            <a:off x="10767179" y="4169087"/>
            <a:ext cx="2762488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ntent Analyzer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Culture Extractor (RAG)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 Matcher (LLM + RAG)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 Scorer (0–100)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Counselor (Suggestions)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7AFE0E7-5540-43D1-06F3-86944181BA9A}"/>
              </a:ext>
            </a:extLst>
          </p:cNvPr>
          <p:cNvSpPr/>
          <p:nvPr/>
        </p:nvSpPr>
        <p:spPr>
          <a:xfrm>
            <a:off x="616944" y="7426304"/>
            <a:ext cx="7556421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7"/>
              </a:rPr>
              <a:t>Full Architecture Link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06041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Solution</a:t>
            </a:r>
            <a:endParaRPr lang="en-US" sz="3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1492806"/>
            <a:ext cx="850583" cy="10207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814392" y="1859756"/>
            <a:ext cx="674540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Uploads: Resume, LinkedIn, Goals , Company , Company URL, JD </a:t>
            </a:r>
            <a:endParaRPr lang="en-US" sz="20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2513528"/>
            <a:ext cx="850583" cy="102072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814392" y="2837796"/>
            <a:ext cx="6801287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Intent Analyzer: Extracts preferences, goals , etc.….</a:t>
            </a:r>
            <a:endParaRPr lang="en-US" sz="20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790" y="4650782"/>
            <a:ext cx="850583" cy="102072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814393" y="5028269"/>
            <a:ext cx="680128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Skill Alignment Agent: Maps skills, finds gaps , etc.… </a:t>
            </a:r>
            <a:endParaRPr lang="en-US" sz="20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5671505"/>
            <a:ext cx="850583" cy="102072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814393" y="6036914"/>
            <a:ext cx="4990743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Fit Scorer Agent: Calculates Compatibility Score</a:t>
            </a:r>
            <a:endParaRPr lang="en-US" sz="20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790" y="6692228"/>
            <a:ext cx="850583" cy="1020723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800225" y="7040472"/>
            <a:ext cx="5543550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Counselor Agent: Generates match reasoning, advice</a:t>
            </a:r>
            <a:endParaRPr lang="en-US" sz="2000" dirty="0"/>
          </a:p>
        </p:txBody>
      </p:sp>
      <p:pic>
        <p:nvPicPr>
          <p:cNvPr id="16" name="Image 3" descr="preencoded.png">
            <a:extLst>
              <a:ext uri="{FF2B5EF4-FFF2-40B4-BE49-F238E27FC236}">
                <a16:creationId xmlns:a16="http://schemas.microsoft.com/office/drawing/2014/main" id="{D68AE77F-83FD-5776-8B64-005591C348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812" y="3561522"/>
            <a:ext cx="850583" cy="1020723"/>
          </a:xfrm>
          <a:prstGeom prst="rect">
            <a:avLst/>
          </a:prstGeom>
        </p:spPr>
      </p:pic>
      <p:sp>
        <p:nvSpPr>
          <p:cNvPr id="17" name="Text 3">
            <a:extLst>
              <a:ext uri="{FF2B5EF4-FFF2-40B4-BE49-F238E27FC236}">
                <a16:creationId xmlns:a16="http://schemas.microsoft.com/office/drawing/2014/main" id="{716F1CC3-7453-0C96-F908-253E52406228}"/>
              </a:ext>
            </a:extLst>
          </p:cNvPr>
          <p:cNvSpPr/>
          <p:nvPr/>
        </p:nvSpPr>
        <p:spPr>
          <a:xfrm>
            <a:off x="1822414" y="3939009"/>
            <a:ext cx="6849145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Company Culture Agent: Maps work culture , preference , etc.… 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34616"/>
            <a:ext cx="5103614" cy="637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Benefits</a:t>
            </a:r>
            <a:endParaRPr lang="en-US" sz="4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541E6BE-8B8A-F17A-A3D7-AE099CAFB095}"/>
              </a:ext>
            </a:extLst>
          </p:cNvPr>
          <p:cNvGrpSpPr/>
          <p:nvPr/>
        </p:nvGrpSpPr>
        <p:grpSpPr>
          <a:xfrm>
            <a:off x="793790" y="1882735"/>
            <a:ext cx="6337221" cy="318850"/>
            <a:chOff x="793790" y="1882735"/>
            <a:chExt cx="6337221" cy="318850"/>
          </a:xfrm>
        </p:grpSpPr>
        <p:sp>
          <p:nvSpPr>
            <p:cNvPr id="4" name="Text 1"/>
            <p:cNvSpPr/>
            <p:nvPr/>
          </p:nvSpPr>
          <p:spPr>
            <a:xfrm>
              <a:off x="793790" y="1882735"/>
              <a:ext cx="2186583" cy="31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For Students:</a:t>
              </a:r>
              <a:endParaRPr lang="en-US" sz="20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4944428" y="1882736"/>
              <a:ext cx="2186583" cy="3188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500"/>
                </a:lnSpc>
                <a:buNone/>
              </a:pPr>
              <a:r>
                <a:rPr lang="en-US" sz="2000" b="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For Recruiters:</a:t>
              </a:r>
              <a:endParaRPr lang="en-US" sz="2000" dirty="0"/>
            </a:p>
          </p:txBody>
        </p:sp>
      </p:grpSp>
      <p:sp>
        <p:nvSpPr>
          <p:cNvPr id="17" name="Text 14"/>
          <p:cNvSpPr/>
          <p:nvPr/>
        </p:nvSpPr>
        <p:spPr>
          <a:xfrm>
            <a:off x="793790" y="7168158"/>
            <a:ext cx="7556421" cy="326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C295F5-F4A8-6C5B-BF41-D09145C67105}"/>
              </a:ext>
            </a:extLst>
          </p:cNvPr>
          <p:cNvSpPr txBox="1"/>
          <p:nvPr/>
        </p:nvSpPr>
        <p:spPr>
          <a:xfrm>
            <a:off x="634687" y="2375891"/>
            <a:ext cx="3937313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Career matching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 compatibility scores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Actionable counseling feedback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satisfaction &amp; motivation</a:t>
            </a: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FE880A-7238-09E8-6327-5D6EDF04A246}"/>
              </a:ext>
            </a:extLst>
          </p:cNvPr>
          <p:cNvSpPr txBox="1"/>
          <p:nvPr/>
        </p:nvSpPr>
        <p:spPr>
          <a:xfrm>
            <a:off x="4738182" y="2411502"/>
            <a:ext cx="4239636" cy="17113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Smarter candidate shortlisting</a:t>
            </a:r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1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retention (culture fit) 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FontTx/>
              <a:buChar char="•"/>
            </a:pPr>
            <a:r>
              <a:rPr lang="en-US" sz="1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Explainable, Al-powered evaluations</a:t>
            </a:r>
            <a:endParaRPr lang="en-US" sz="1800" dirty="0"/>
          </a:p>
          <a:p>
            <a:pPr marL="342900" indent="-342900" algn="l">
              <a:lnSpc>
                <a:spcPct val="150000"/>
              </a:lnSpc>
              <a:buSzPct val="100000"/>
              <a:buChar char="•"/>
            </a:pP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1925" y="375475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11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1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233</Words>
  <Application>Microsoft Office PowerPoint</Application>
  <PresentationFormat>Custom</PresentationFormat>
  <Paragraphs>47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Ratheesh R</dc:creator>
  <cp:lastModifiedBy>Ratheesh R</cp:lastModifiedBy>
  <cp:revision>5</cp:revision>
  <dcterms:created xsi:type="dcterms:W3CDTF">2025-06-21T03:56:18Z</dcterms:created>
  <dcterms:modified xsi:type="dcterms:W3CDTF">2025-06-27T04:03:02Z</dcterms:modified>
</cp:coreProperties>
</file>